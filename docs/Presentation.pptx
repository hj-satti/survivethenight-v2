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53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Night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Fox Platformer Adventure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Lab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Hifsa Jabeen Satti  |  Ayesha Khan  |  Aliza Ali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
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fox platformer game where the player navigates through four zones, avoids hazards, defeats enemies, and faces a boss fight.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
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14, React, TypeScript, HTML5 Canvas
Deployment: Vercel
C++ Demo: C++17 multithreading simulation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
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game development with Canvas rendering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threading: std::thread, std::mutex, std::condition_variable, std::atomic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demonstration and prevention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-4023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599846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31520"/>
            <a:ext cx="54864" cy="2103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Movement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to move, release to stop.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auto-run — player has full control.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7315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731520"/>
            <a:ext cx="54864" cy="2103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914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Mechanic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DOWN to duck under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obstacles like branches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stalactites.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38882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8882"/>
            <a:ext cx="54864" cy="2103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2176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Jump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67040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again mid-air.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it’s floaty on purpose.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938882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938882"/>
            <a:ext cx="54864" cy="2103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2176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67040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X/J to attack enemies.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combos for bonus points.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559064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Zones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651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 Under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Enchanted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Green, fireflies, moon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spikes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branches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Cave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 &amp; teal crystals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shards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Stalactites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 Peaks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clouds,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Lightning bolts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 clouds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Realm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Purple darkness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blobs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beams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has unique visuals, ambient particles, and a boss fight at the end against the Shadow King.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Multithreading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31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4572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Threads (x4)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behavior and attacks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57400"/>
            <a:ext cx="4572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Collectible Threads (x3)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spawning and collection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34640"/>
            <a:ext cx="4572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Thread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through game zones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11880"/>
            <a:ext cx="4572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 Thread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actions and attacks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89120"/>
            <a:ext cx="4572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Thread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duration control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731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Primitives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280160"/>
            <a:ext cx="45720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std::mutex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shared GameState from concurrent access using lock_guard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468880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68880"/>
            <a:ext cx="45720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std::condition_variable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2834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game-over events between threads with notify_all()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57600"/>
            <a:ext cx="45720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std::atomic&lt;int&gt;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active thread counter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943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Deadlock: The Problem &amp; The Fix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FFF5F5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1: locks A, then tries B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2: locks B, then tries 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Circular wait!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thread can proceed.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DEADLOCK — both threads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forever.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F0FFF0"/>
          </a:solidFill>
          <a:ln w="6350">
            <a:solidFill>
              <a:srgbClr val="90EE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Solutions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std::lock(mutex_a, mutex_b)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Acquires both locks atomically.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Uses deadlock avoidance algorithm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internally.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Consistent Lock Ordering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threads always lock A before B.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Eliminates circular wait entirely.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6126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3716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Zones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Speed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951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Fixes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83181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Game
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4 zones working with unique visuals and hazards
• Boss fight with 2 phases
• Procedural sound effects using AudioContext
• Deployed on Vercel
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Simulation
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threads with mutex-protected shared state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 variable signaling for game-over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Deadlock prevention verified with both strategies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6126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Hifsa Jabeen Satti  |  Ayesha Khan  |  Aliza Ali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Lab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540</Words>
  <Application>Microsoft Office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Survive the Night - Project Presentation</dc:title>
  <dc:subject>PptxGenJS Presentation</dc:subject>
  <dc:creator>Hifsa, Ayesha &amp; Aliza</dc:creator>
  <cp:lastModifiedBy>Hifsa Satti</cp:lastModifiedBy>
  <cp:revision>2</cp:revision>
  <dcterms:created xsi:type="dcterms:W3CDTF">2026-06-03T06:52:00Z</dcterms:created>
  <dcterms:modified xsi:type="dcterms:W3CDTF">2026-06-03T07:21:41Z</dcterms:modified>
</cp:coreProperties>
</file>